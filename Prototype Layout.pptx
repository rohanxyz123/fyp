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602E4-E9B8-4854-B8C2-AD5CB50E9E88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5CFC-4263-4F22-A34A-9032E908F3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253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AA65-A0F9-CAD2-7E24-D9908404B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0F64B-E8B1-A7F4-F045-BDA08B9EA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D7F5E-16CE-148D-B49C-7CCCD015F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6802-6FC7-4024-8F01-730E1E93840D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77F20-557E-CA4F-C335-79172F269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5FD19-15C8-3A91-9250-42E8BBE99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7FBB-EEA3-4732-8B54-D35FED325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97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D70B-7E80-CE8F-B84C-9D76E4EB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15488-A85A-F8FE-041C-12784360F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34F86-1D00-F18E-C085-00BC395B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6802-6FC7-4024-8F01-730E1E93840D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FDE85-3ED9-3564-080D-F44D3515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CDCEB-E5A4-F751-56A3-ABB74FAA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7FBB-EEA3-4732-8B54-D35FED325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85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2569-5584-97B7-1436-16649C73B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E2EAF-DD7D-7AC3-1505-87C3602E6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38C58-53B5-F642-ED15-5204B0516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6802-6FC7-4024-8F01-730E1E93840D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1DE6C-6E81-CAA0-8FB5-53928D787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77F6A-9C9A-3CE0-35BF-DC7B8E67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7FBB-EEA3-4732-8B54-D35FED325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07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8ACC-20BA-E58B-65E4-071A8031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0A947-5DF9-95B8-648E-87C6712E4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00324-72BC-595E-1775-935E1697A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5DE47-93BA-4378-E236-3E5D9E5CF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6802-6FC7-4024-8F01-730E1E93840D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91160-4430-3DBF-BF8A-4D6616F6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F1C50-4785-E094-21B3-B531F100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7FBB-EEA3-4732-8B54-D35FED325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37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46B99-376B-D9CA-7C66-76403801F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C5FB-D799-801F-999C-344EDA326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4589A-F514-D1BE-5E6C-E12A5A506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6BEA7-9966-D480-DF18-F4603C370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970E86-9424-B848-F674-264E6D4AA3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D586D0-0047-8F99-9E2E-68DA9149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6802-6FC7-4024-8F01-730E1E93840D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6A705-DF0A-292C-5AD1-6F46038E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E518F0-CAC4-C675-FB81-A046CA1B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7FBB-EEA3-4732-8B54-D35FED325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52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4879-FA93-E806-96CE-9490C75CC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7F0F6F-1F03-24A0-9051-1094F5DBA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6802-6FC7-4024-8F01-730E1E93840D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D6FA2-1A0A-6347-085A-3C4A0EB70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77F53-2647-216A-82D7-482F03B0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7FBB-EEA3-4732-8B54-D35FED325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92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5539F2-866B-57FB-877F-C78F86DC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6802-6FC7-4024-8F01-730E1E93840D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420DBB-6AE7-E499-2633-67DA323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A8090-81FA-47BD-109D-B4A99DA0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7FBB-EEA3-4732-8B54-D35FED325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45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B5C5-3023-66D4-55B7-76D8C9F64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5E579-8DA2-D309-0E2B-5EB836C7E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CAB20-D45A-05E7-EDCC-7052D3FAE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9D412-67CE-B364-F0B3-23FECE46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6802-6FC7-4024-8F01-730E1E93840D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3D7C1-9820-7855-66F3-E00EBDCD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08846-492B-97D3-991E-269B34E9D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7FBB-EEA3-4732-8B54-D35FED325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2599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6D532-D023-FC9B-6946-C474304C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B05C42-E284-8C80-2E53-50C47CF1D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B821D-AB5E-5010-AF61-FDE970E41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A6282-6012-FE18-FC17-1DFD9FB1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6802-6FC7-4024-8F01-730E1E93840D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8CBC3-24AC-7FDA-329F-D1E5A64C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0872B-7E17-263A-4E1F-26FB4C88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7FBB-EEA3-4732-8B54-D35FED325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16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B52A-6DD1-3655-2201-EC867713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7C793-56D4-C74E-E916-33283542C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42B1B-9FB2-A320-53B3-3B2D46A4E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6802-6FC7-4024-8F01-730E1E93840D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C76BB-EA86-991F-15A8-A4D911BEE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F82D6-3497-895C-83B6-066A2DF8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7FBB-EEA3-4732-8B54-D35FED325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0455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074E92-F766-FD4B-D5ED-7A0A511A9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CB6EB-9F8E-EF2B-F27F-60CD6E33C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71A69-BA3E-C752-31EF-B44F89389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F6802-6FC7-4024-8F01-730E1E93840D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A7C12-7689-AECA-A278-1A3194B42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A7080-4B28-746F-085B-79DEEA6C8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7FBB-EEA3-4732-8B54-D35FED325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113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6582D4-D251-BC79-F2C1-EB1EE720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20CDF-FD98-3D40-FCB1-410249B00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2C2AB-CE6A-3E7F-0A96-032EFDE921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F6802-6FC7-4024-8F01-730E1E93840D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9D55B-0EF9-F9A4-54FC-C9B89F8D8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92F3A-597E-B4D6-9C53-829793CEF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D7FBB-EEA3-4732-8B54-D35FED325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810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0A3782-355C-FF8D-A4EB-32349C0731AE}"/>
              </a:ext>
            </a:extLst>
          </p:cNvPr>
          <p:cNvSpPr txBox="1"/>
          <p:nvPr/>
        </p:nvSpPr>
        <p:spPr>
          <a:xfrm>
            <a:off x="5131308" y="393192"/>
            <a:ext cx="2441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Home Page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4FFE17-ABAB-2C9A-CD6B-57C5DA9569C6}"/>
              </a:ext>
            </a:extLst>
          </p:cNvPr>
          <p:cNvSpPr/>
          <p:nvPr/>
        </p:nvSpPr>
        <p:spPr>
          <a:xfrm>
            <a:off x="160422" y="393192"/>
            <a:ext cx="1989221" cy="417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Accessibility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60F087-6C14-08F0-F3CD-5DC7350C5F52}"/>
              </a:ext>
            </a:extLst>
          </p:cNvPr>
          <p:cNvSpPr/>
          <p:nvPr/>
        </p:nvSpPr>
        <p:spPr>
          <a:xfrm>
            <a:off x="9753601" y="393192"/>
            <a:ext cx="1989221" cy="417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 Account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C0EB8D-FFBD-A81E-22BB-B85CD67F48DC}"/>
              </a:ext>
            </a:extLst>
          </p:cNvPr>
          <p:cNvSpPr/>
          <p:nvPr/>
        </p:nvSpPr>
        <p:spPr>
          <a:xfrm>
            <a:off x="9753601" y="1074821"/>
            <a:ext cx="1989221" cy="417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EB6D36-6888-11CB-6243-842DA2373543}"/>
              </a:ext>
            </a:extLst>
          </p:cNvPr>
          <p:cNvSpPr/>
          <p:nvPr/>
        </p:nvSpPr>
        <p:spPr>
          <a:xfrm>
            <a:off x="9753600" y="1756450"/>
            <a:ext cx="1989221" cy="417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Sign 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CA9048-01F8-76EB-CF7A-350A85450BBB}"/>
              </a:ext>
            </a:extLst>
          </p:cNvPr>
          <p:cNvSpPr/>
          <p:nvPr/>
        </p:nvSpPr>
        <p:spPr>
          <a:xfrm>
            <a:off x="248651" y="5951458"/>
            <a:ext cx="1989221" cy="417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Calendar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A6B5EC-ED17-CAE5-99F2-349B9450CB36}"/>
              </a:ext>
            </a:extLst>
          </p:cNvPr>
          <p:cNvSpPr/>
          <p:nvPr/>
        </p:nvSpPr>
        <p:spPr>
          <a:xfrm>
            <a:off x="4804612" y="5951459"/>
            <a:ext cx="1989221" cy="417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Schedule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33812-609E-2B4E-A392-69258D07F916}"/>
              </a:ext>
            </a:extLst>
          </p:cNvPr>
          <p:cNvSpPr/>
          <p:nvPr/>
        </p:nvSpPr>
        <p:spPr>
          <a:xfrm>
            <a:off x="8959517" y="5951460"/>
            <a:ext cx="1989221" cy="417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Weather</a:t>
            </a:r>
          </a:p>
        </p:txBody>
      </p:sp>
    </p:spTree>
    <p:extLst>
      <p:ext uri="{BB962C8B-B14F-4D97-AF65-F5344CB8AC3E}">
        <p14:creationId xmlns:p14="http://schemas.microsoft.com/office/powerpoint/2010/main" val="3104179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Manku</dc:creator>
  <cp:lastModifiedBy>Rohan Manku</cp:lastModifiedBy>
  <cp:revision>1</cp:revision>
  <dcterms:created xsi:type="dcterms:W3CDTF">2025-12-11T11:19:02Z</dcterms:created>
  <dcterms:modified xsi:type="dcterms:W3CDTF">2025-12-11T11:31:03Z</dcterms:modified>
</cp:coreProperties>
</file>